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552B-0A71-CC02-B638-9D0739A59F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EMPLOYEE ATTRITION PREDICTION OF HR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C2110-50F9-3B17-BF9B-5416BC598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 : AVNITA .MANU.PATEL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20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D7811-798A-BC8A-5F49-1C905A11A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IN" dirty="0"/>
              <a:t>						</a:t>
            </a:r>
            <a:r>
              <a:rPr lang="en-IN" dirty="0">
                <a:latin typeface="Algerian" panose="04020705040A02060702" pitchFamily="82" charset="0"/>
              </a:rPr>
              <a:t>PROBLEM STATMENT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0BD2C-CF15-5E03-D4CD-9B7B645E7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Employee attrition causes high costs and productivity loss.</a:t>
            </a:r>
          </a:p>
          <a:p>
            <a:r>
              <a:rPr lang="en-US" sz="2800" dirty="0"/>
              <a:t>Organizations need data-driven insights to predict and reduce attrition.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6539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6C4B-A36F-7BA8-05E2-966D0941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		</a:t>
            </a:r>
            <a:r>
              <a:rPr lang="en-US" dirty="0">
                <a:latin typeface="Algerian" panose="04020705040A02060702" pitchFamily="82" charset="0"/>
              </a:rPr>
              <a:t>OBJECTIVE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71250-452D-CE8E-99AF-D3165859C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- Predict employee attrition using machine learning</a:t>
            </a:r>
          </a:p>
          <a:p>
            <a:r>
              <a:rPr lang="en-US" sz="2800" dirty="0"/>
              <a:t>- Help HR teams take proactive retention actions</a:t>
            </a:r>
          </a:p>
          <a:p>
            <a:r>
              <a:rPr lang="en-US" sz="2800" dirty="0"/>
              <a:t>- Build an end-to-end ML project with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678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ACC6-3F3A-87B2-BF73-83D1859F6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</a:t>
            </a:r>
            <a:r>
              <a:rPr lang="en-IN" dirty="0">
                <a:latin typeface="Algerian" panose="04020705040A02060702" pitchFamily="82" charset="0"/>
              </a:rPr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6F62-7520-DFC8-BE97-B95C54FC6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- Python</a:t>
            </a:r>
          </a:p>
          <a:p>
            <a:r>
              <a:rPr lang="en-IN" sz="2400" dirty="0"/>
              <a:t>- Pandas, NumPy</a:t>
            </a:r>
          </a:p>
          <a:p>
            <a:r>
              <a:rPr lang="en-IN" sz="2400" dirty="0"/>
              <a:t>- Scikit-learn</a:t>
            </a:r>
          </a:p>
          <a:p>
            <a:r>
              <a:rPr lang="en-IN" sz="2400" dirty="0"/>
              <a:t>- Random Forest Classifier</a:t>
            </a:r>
          </a:p>
          <a:p>
            <a:r>
              <a:rPr lang="en-IN" sz="2400" dirty="0"/>
              <a:t>- Streamlit</a:t>
            </a:r>
          </a:p>
          <a:p>
            <a:r>
              <a:rPr lang="en-IN" sz="2400" dirty="0"/>
              <a:t>- Joblib</a:t>
            </a:r>
          </a:p>
          <a:p>
            <a:r>
              <a:rPr lang="en-IN" sz="2400" dirty="0"/>
              <a:t>- VS Code</a:t>
            </a:r>
          </a:p>
        </p:txBody>
      </p:sp>
    </p:spTree>
    <p:extLst>
      <p:ext uri="{BB962C8B-B14F-4D97-AF65-F5344CB8AC3E}">
        <p14:creationId xmlns:p14="http://schemas.microsoft.com/office/powerpoint/2010/main" val="413894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B948-1585-597E-61EC-8DF1DA9E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                  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9948-4287-B954-00BC-19017F5B2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- HR Employee Attrition dataset</a:t>
            </a:r>
          </a:p>
          <a:p>
            <a:r>
              <a:rPr lang="en-US" sz="2800" dirty="0"/>
              <a:t>- Features: Age, Department, Job Role, Salary, Overtime, etc.</a:t>
            </a:r>
          </a:p>
          <a:p>
            <a:r>
              <a:rPr lang="en-US" sz="2800" dirty="0"/>
              <a:t>- Target variable: Attrition (0 = No, 1 = Yes)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074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15023-93F3-18F2-D1E5-73B9A5DF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                            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012E4-4755-B654-FD5C-FE9B382D5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1. Data Loading &amp; Cleaning</a:t>
            </a:r>
          </a:p>
          <a:p>
            <a:r>
              <a:rPr lang="en-US" sz="2400" dirty="0"/>
              <a:t>2. Encoding categorical features</a:t>
            </a:r>
          </a:p>
          <a:p>
            <a:r>
              <a:rPr lang="en-US" sz="2400" dirty="0"/>
              <a:t>3. Train-test split</a:t>
            </a:r>
          </a:p>
          <a:p>
            <a:r>
              <a:rPr lang="en-US" sz="2400" dirty="0"/>
              <a:t>4. Model training using Random Forest</a:t>
            </a:r>
          </a:p>
          <a:p>
            <a:r>
              <a:rPr lang="en-US" sz="2400" dirty="0"/>
              <a:t>5. Model evaluation</a:t>
            </a:r>
          </a:p>
          <a:p>
            <a:r>
              <a:rPr lang="en-US" sz="2400" dirty="0"/>
              <a:t>6. Model deployment using Streamlit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48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F138-C60F-ACBB-3062-B8CBF4CA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               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DC35-8658-E061-3A80-A4F701488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- Algorithm: Random Forest Classifier</a:t>
            </a:r>
          </a:p>
          <a:p>
            <a:r>
              <a:rPr lang="en-IN" sz="2800" dirty="0"/>
              <a:t>- Handles non-linear data</a:t>
            </a:r>
          </a:p>
          <a:p>
            <a:r>
              <a:rPr lang="en-IN" sz="2800" dirty="0"/>
              <a:t>- Reduces overfitting using ensemble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805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BC18-E08F-0C13-4A1F-2A4B3833A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                    Output Screenshots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666A48-A4E1-4C51-44FC-50B446899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4774" y="1651819"/>
            <a:ext cx="9442451" cy="5206181"/>
          </a:xfrm>
        </p:spPr>
      </p:pic>
    </p:spTree>
    <p:extLst>
      <p:ext uri="{BB962C8B-B14F-4D97-AF65-F5344CB8AC3E}">
        <p14:creationId xmlns:p14="http://schemas.microsoft.com/office/powerpoint/2010/main" val="3393903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6B2A-AAD5-F78F-2DD7-4F54588F1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                       OUTPUT SCREENSHOT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9143F-4388-1261-9702-AF01FE547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181" y="1651819"/>
            <a:ext cx="9421044" cy="5132439"/>
          </a:xfrm>
        </p:spPr>
      </p:pic>
    </p:spTree>
    <p:extLst>
      <p:ext uri="{BB962C8B-B14F-4D97-AF65-F5344CB8AC3E}">
        <p14:creationId xmlns:p14="http://schemas.microsoft.com/office/powerpoint/2010/main" val="3243252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5651-A61E-24C7-E60C-EFF3FAA8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</a:t>
            </a:r>
            <a:r>
              <a:rPr lang="en-US" dirty="0">
                <a:latin typeface="Algerian" panose="04020705040A02060702" pitchFamily="82" charset="0"/>
              </a:rPr>
              <a:t>OUTPUT SCREENSHOTS</a:t>
            </a:r>
            <a:endParaRPr lang="en-IN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E4E81D-9132-884A-A974-83DFD2864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3330" y="1710813"/>
            <a:ext cx="8750710" cy="4866968"/>
          </a:xfrm>
        </p:spPr>
      </p:pic>
    </p:spTree>
    <p:extLst>
      <p:ext uri="{BB962C8B-B14F-4D97-AF65-F5344CB8AC3E}">
        <p14:creationId xmlns:p14="http://schemas.microsoft.com/office/powerpoint/2010/main" val="417989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B3A4-9198-0872-1305-F2E3EC89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</a:t>
            </a:r>
            <a:r>
              <a:rPr lang="en-US" dirty="0">
                <a:latin typeface="Algerian" panose="04020705040A02060702" pitchFamily="82" charset="0"/>
              </a:rPr>
              <a:t> OUTPUT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57A3EA-C07F-1538-4CDF-05FC60A9DD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8297" y="1612490"/>
            <a:ext cx="8534400" cy="5245510"/>
          </a:xfrm>
        </p:spPr>
      </p:pic>
    </p:spTree>
    <p:extLst>
      <p:ext uri="{BB962C8B-B14F-4D97-AF65-F5344CB8AC3E}">
        <p14:creationId xmlns:p14="http://schemas.microsoft.com/office/powerpoint/2010/main" val="184115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47C2-DAC0-7E45-F78B-5C9047A6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                   OUTPUT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0BB85F-EA20-F146-669D-4F0080900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710" y="1641987"/>
            <a:ext cx="8608005" cy="4906297"/>
          </a:xfrm>
        </p:spPr>
      </p:pic>
    </p:spTree>
    <p:extLst>
      <p:ext uri="{BB962C8B-B14F-4D97-AF65-F5344CB8AC3E}">
        <p14:creationId xmlns:p14="http://schemas.microsoft.com/office/powerpoint/2010/main" val="3199993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09775-C9B6-2322-314B-0D65803E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</a:t>
            </a:r>
            <a:r>
              <a:rPr lang="en-US" dirty="0">
                <a:latin typeface="Algerian" panose="04020705040A02060702" pitchFamily="82" charset="0"/>
              </a:rPr>
              <a:t> OUTPUT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827DD1-BE5B-9464-B467-F09446994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026" y="1622323"/>
            <a:ext cx="9397486" cy="5235677"/>
          </a:xfrm>
        </p:spPr>
      </p:pic>
    </p:spTree>
    <p:extLst>
      <p:ext uri="{BB962C8B-B14F-4D97-AF65-F5344CB8AC3E}">
        <p14:creationId xmlns:p14="http://schemas.microsoft.com/office/powerpoint/2010/main" val="74205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9A68-DD2A-C16A-264C-C2D2DC0D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</a:t>
            </a:r>
            <a:r>
              <a:rPr lang="en-US" dirty="0">
                <a:latin typeface="Algerian" panose="04020705040A02060702" pitchFamily="82" charset="0"/>
              </a:rPr>
              <a:t> OUTPUT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7F4B34-8442-1E05-C4EA-F43B21592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865" y="1632155"/>
            <a:ext cx="9578361" cy="5112774"/>
          </a:xfrm>
        </p:spPr>
      </p:pic>
    </p:spTree>
    <p:extLst>
      <p:ext uri="{BB962C8B-B14F-4D97-AF65-F5344CB8AC3E}">
        <p14:creationId xmlns:p14="http://schemas.microsoft.com/office/powerpoint/2010/main" val="2303015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22E2-9B18-3260-0E2D-1F23BC26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</a:t>
            </a:r>
            <a:r>
              <a:rPr lang="en-US" dirty="0">
                <a:latin typeface="Algerian" panose="04020705040A02060702" pitchFamily="82" charset="0"/>
              </a:rPr>
              <a:t> OUTPUT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94F62B-6B9B-5BC7-06C5-65A29E45E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684" y="1582994"/>
            <a:ext cx="9320981" cy="4984954"/>
          </a:xfrm>
        </p:spPr>
      </p:pic>
    </p:spTree>
    <p:extLst>
      <p:ext uri="{BB962C8B-B14F-4D97-AF65-F5344CB8AC3E}">
        <p14:creationId xmlns:p14="http://schemas.microsoft.com/office/powerpoint/2010/main" val="1330070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A827-3728-F5B1-7048-51C9A715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                   OUTPUT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3F946-2C01-599A-DEF5-FB226CE4A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589" y="1740309"/>
            <a:ext cx="10648630" cy="5054343"/>
          </a:xfrm>
        </p:spPr>
      </p:pic>
    </p:spTree>
    <p:extLst>
      <p:ext uri="{BB962C8B-B14F-4D97-AF65-F5344CB8AC3E}">
        <p14:creationId xmlns:p14="http://schemas.microsoft.com/office/powerpoint/2010/main" val="2143697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910B-08C4-AF40-F833-B6B50B2C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			</a:t>
            </a:r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2339-7B68-2494-B38F-05AFE61E8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- Successfully built an end-to-end ML project</a:t>
            </a:r>
          </a:p>
          <a:p>
            <a:r>
              <a:rPr lang="en-US" sz="2800" dirty="0"/>
              <a:t>- Accurate attrition prediction</a:t>
            </a:r>
          </a:p>
          <a:p>
            <a:r>
              <a:rPr lang="en-US" sz="2800" dirty="0"/>
              <a:t>- Can be extended with more features and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97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23EA-6CCC-4D7E-B50F-9D7CEA9C91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0150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{AF7A06C8-2FD5-4997-8F10-C78EF7ED3521}TFb5ae2469-0bae-4978-b0e0-39dd046150ff9a115ede-a9c3cc5252b0</Template>
  <TotalTime>37</TotalTime>
  <Words>273</Words>
  <Application>Microsoft Office PowerPoint</Application>
  <PresentationFormat>Widescreen</PresentationFormat>
  <Paragraphs>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Algerian</vt:lpstr>
      <vt:lpstr>Arial</vt:lpstr>
      <vt:lpstr>Calibri</vt:lpstr>
      <vt:lpstr>Calibri Light</vt:lpstr>
      <vt:lpstr>Celestial</vt:lpstr>
      <vt:lpstr>EMPLOYEE ATTRITION PREDICTION OF HR</vt:lpstr>
      <vt:lpstr>       PROBLEM STATMENT</vt:lpstr>
      <vt:lpstr>        OBJECTIVE</vt:lpstr>
      <vt:lpstr>                      Tools &amp; Technologies</vt:lpstr>
      <vt:lpstr>                  Dataset Description</vt:lpstr>
      <vt:lpstr>                             Methodology</vt:lpstr>
      <vt:lpstr>               Machine Learning Model</vt:lpstr>
      <vt:lpstr>                    Output Screenshots</vt:lpstr>
      <vt:lpstr>                        OUTPUT SCREENSHOT</vt:lpstr>
      <vt:lpstr>      OUTPUT SCREENSHOTS</vt:lpstr>
      <vt:lpstr>       OUTPUT SCREENSHOTS</vt:lpstr>
      <vt:lpstr>                    OUTPUT SCREENSHOTS</vt:lpstr>
      <vt:lpstr>       OUTPUT SCREENSHOTS</vt:lpstr>
      <vt:lpstr>      OUTPUT SCREENSHOTS</vt:lpstr>
      <vt:lpstr>       OUTPUT SCREENSHOTS</vt:lpstr>
      <vt:lpstr>                    OUTPUT SCREENSHOTS</vt:lpstr>
      <vt:lpstr>      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Avnita Patel</dc:creator>
  <cp:lastModifiedBy>Avnita Patel</cp:lastModifiedBy>
  <cp:revision>1</cp:revision>
  <dcterms:created xsi:type="dcterms:W3CDTF">2026-01-31T07:24:13Z</dcterms:created>
  <dcterms:modified xsi:type="dcterms:W3CDTF">2026-01-31T08:02:01Z</dcterms:modified>
</cp:coreProperties>
</file>